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2f460f9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2f460f9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f460f9a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2f460f9a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2f460f9a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2f460f9a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f460f9a0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2f460f9a0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2f460f9a0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2f460f9a0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f460f9a0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2f460f9a0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f460f9a0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2f460f9a0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f460f9a0_4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2f460f9a0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82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SUPERMARKET SALES ANALYSIS DASHBOARD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794275" y="3309675"/>
            <a:ext cx="29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By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Sudha </a:t>
            </a: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57300"/>
            <a:ext cx="85206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Dataset &amp; Tools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Dataset: Supermarket Sales Dataset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Tool Used: Looker Studio (Data Studio)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57300"/>
            <a:ext cx="8520600" cy="7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Objective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Analyze supermarket sales performance.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Identify sales, profit, customer, and product trends.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Build an interactive dashboard for business decision-making.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Dataset</a:t>
            </a:r>
            <a:endParaRPr b="1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Approximately 1,000 transactions.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Features: Sales, Profit, Branch, City, Product Line, Payment, Customer Type, Rating, Quantity.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32150"/>
            <a:ext cx="85206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Dashboard</a:t>
            </a: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Overview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951100"/>
            <a:ext cx="85206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Developed an interactive Supermarket Sales Dashboard using Looker Studio.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Monitors key business KPIs including Total Sales, Total Profit, Transactions, Quantity Sold, Average Rating, and Profit Margin.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Provides interactive filters for Date, Branch, City, Product Line, Customer Type, Gender, and Payment Method.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Visualizes sales trends, product performance, branch and city performance, and customer insights.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Includes Top 10 Highest Transactions and key business insights for quick analysis.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Enables stakeholders to make data-driven decisions by identifying sales patterns and business opportunities.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25" y="112625"/>
            <a:ext cx="8922926" cy="4843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55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132150"/>
            <a:ext cx="85206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Key Insights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951100"/>
            <a:ext cx="85206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Total Sales: 323K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Total Profit: 15K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Profit Margin: 4.76%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Over 1,000 transactions completed.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Electronics Accessories generated the highest sales.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Giza branch achieved the highest revenue.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Naypyitaw contributed the highest city-wise sales.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Cash and E-wallet were the preferred payment methods.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Members contributed more sales than Normal customers.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132150"/>
            <a:ext cx="85206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Recommendations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951100"/>
            <a:ext cx="85206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Increase inventory for top-selling product lines.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Promote lower-performing categories.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Replicate successful strategies from the top-performing branch.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Encourage customer membership through loyalty programs.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Improve customer satisfaction to increase repeat purchases.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3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32150"/>
            <a:ext cx="8520600" cy="6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1" sz="4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76000" y="899650"/>
            <a:ext cx="8520600" cy="3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 dashboard provides an interactive view of supermarket performance.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It helps monitor sales, profit, customer behavior, and product trends.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lang="en-GB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Business stakeholders can use these insights for better inventory, marketing, and operational decisions.</a:t>
            </a:r>
            <a:endParaRPr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